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11101" cy="711101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524000"/>
            <a:ext cx="279806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A20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星秩存册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62000" y="2492276"/>
            <a:ext cx="279806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000" dirty="0">
                <a:solidFill>
                  <a:srgbClr val="4A55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Singularis Ledger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2901851"/>
            <a:ext cx="279806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4A55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终身学习学分银行平台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301901"/>
            <a:ext cx="2120801" cy="587276"/>
          </a:xfrm>
          <a:prstGeom prst="roundRect">
            <a:avLst>
              <a:gd name="adj" fmla="val 17300"/>
            </a:avLst>
          </a:prstGeom>
          <a:solidFill>
            <a:srgbClr val="22C55E"/>
          </a:solidFill>
          <a:ln w="19050">
            <a:solidFill>
              <a:srgbClr val="1A202C"/>
            </a:solidFill>
          </a:ln>
          <a:effectLst>
            <a:outerShdw sx="100000" sy="100000" kx="0" ky="0" algn="bl" rotWithShape="0" blurRad="101600" dist="53882" dir="2700000">
              <a:srgbClr val="1a202c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6600" y="3447901"/>
            <a:ext cx="13990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界面设计答辩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6130975"/>
            <a:ext cx="36557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答辩人：____    指导教师：____    日期：2026.07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25149" y="1777901"/>
            <a:ext cx="2031950" cy="2031950"/>
          </a:xfrm>
          <a:prstGeom prst="rect">
            <a:avLst/>
          </a:prstGeom>
          <a:solidFill>
            <a:srgbClr val="BEE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312450" y="548654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CA5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0881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为什么是这套界面？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62000" y="1101626"/>
            <a:ext cx="1088136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4A55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色彩先于文字影响人的潜意识——正如麦当劳、肯德基用红色留客；界面同理，配色悄悄决定用户愿不愿意留下。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1650950"/>
            <a:ext cx="3429000" cy="2920901"/>
          </a:xfrm>
          <a:prstGeom prst="roundRect">
            <a:avLst>
              <a:gd name="adj" fmla="val 2609"/>
            </a:avLst>
          </a:prstGeom>
          <a:solidFill>
            <a:srgbClr val="22C55E"/>
          </a:solidFill>
          <a:ln w="19050">
            <a:solidFill>
              <a:srgbClr val="1A202C"/>
            </a:solidFill>
          </a:ln>
          <a:effectLst>
            <a:outerShdw sx="100000" sy="100000" kx="0" ky="0" algn="bl" rotWithShape="0" blurRad="101600" dist="71842" dir="2700000">
              <a:srgbClr val="1a202c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101" y="18224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101" y="2254151"/>
            <a:ext cx="30442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A20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绿 · #22C55E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7101" y="2666851"/>
            <a:ext cx="304429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 / 生机，缓释学习焦虑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44901" y="1650950"/>
            <a:ext cx="3429000" cy="2920901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 w="19050">
            <a:solidFill>
              <a:srgbClr val="1A202C"/>
            </a:solidFill>
          </a:ln>
          <a:effectLst>
            <a:outerShdw sx="100000" sy="100000" kx="0" ky="0" algn="bl" rotWithShape="0" blurRad="101600" dist="71842" dir="2700000">
              <a:srgbClr val="1a202c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7101" y="18224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EE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7101" y="2254151"/>
            <a:ext cx="30442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A20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蓝 · #BEE3F8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7101" y="2666851"/>
            <a:ext cx="304429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信任 / 专业，呼应学分银行的严谨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54901" y="1650950"/>
            <a:ext cx="3429000" cy="2920901"/>
          </a:xfrm>
          <a:prstGeom prst="roundRect">
            <a:avLst>
              <a:gd name="adj" fmla="val 2609"/>
            </a:avLst>
          </a:prstGeom>
          <a:solidFill>
            <a:srgbClr val="FFF9F0"/>
          </a:solidFill>
          <a:ln w="19050">
            <a:solidFill>
              <a:srgbClr val="1A202C"/>
            </a:solidFill>
          </a:ln>
          <a:effectLst>
            <a:outerShdw sx="100000" sy="100000" kx="0" ky="0" algn="bl" rotWithShape="0" blurRad="101600" dist="71842" dir="2700000">
              <a:srgbClr val="1a202c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477101" y="18224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A202C"/>
          </a:solidFill>
          <a:ln w="19050">
            <a:solidFill>
              <a:srgbClr val="1A20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77101" y="2254151"/>
            <a:ext cx="30442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A20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奶油底 · #FFF9F0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77101" y="2666851"/>
            <a:ext cx="3044291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温和亲和，跨越儿童到长者，契合终生学习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2000" y="6099274"/>
            <a:ext cx="513023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界面即品牌 —— 好的配色，让用户第一眼就愿意留下。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2026-07-15T00:22:57Z</dcterms:created>
  <dcterms:modified xsi:type="dcterms:W3CDTF">2026-07-15T00:22:57Z</dcterms:modified>
</cp:coreProperties>
</file>